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9050000" cy="19050000"/>
  <p:notesSz cx="6858000" cy="9144000"/>
  <p:embeddedFontLst>
    <p:embeddedFont>
      <p:font typeface="Lato Bold" charset="1" panose="020F0502020204030203"/>
      <p:regular r:id="rId8"/>
    </p:embeddedFont>
    <p:embeddedFont>
      <p:font typeface="Inter Medium" charset="1" panose="020005030000000200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41334" y="5955030"/>
            <a:ext cx="13266524" cy="5069207"/>
            <a:chOff x="0" y="0"/>
            <a:chExt cx="17688699" cy="67589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47700"/>
              <a:ext cx="9599745" cy="7406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619"/>
                </a:lnSpc>
                <a:spcBef>
                  <a:spcPct val="0"/>
                </a:spcBef>
              </a:pPr>
              <a:r>
                <a:rPr lang="en-US" b="true" sz="33299" spc="3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IR 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0058062" y="-647700"/>
              <a:ext cx="7630637" cy="7406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619"/>
                </a:lnSpc>
                <a:spcBef>
                  <a:spcPct val="0"/>
                </a:spcBef>
              </a:pPr>
              <a:r>
                <a:rPr lang="en-US" b="true" sz="33299" spc="3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AB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32187" y="10517869"/>
            <a:ext cx="13023726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 spc="323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INFERENCE &amp; RETRIEVAL LAB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41334" y="5955030"/>
            <a:ext cx="13266524" cy="5069207"/>
            <a:chOff x="0" y="0"/>
            <a:chExt cx="17688699" cy="6758943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647700"/>
              <a:ext cx="9599745" cy="7406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619"/>
                </a:lnSpc>
                <a:spcBef>
                  <a:spcPct val="0"/>
                </a:spcBef>
              </a:pPr>
              <a:r>
                <a:rPr lang="en-US" b="true" sz="33299" spc="3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IR 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10058062" y="-647700"/>
              <a:ext cx="7630637" cy="7406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619"/>
                </a:lnSpc>
                <a:spcBef>
                  <a:spcPct val="0"/>
                </a:spcBef>
              </a:pPr>
              <a:r>
                <a:rPr lang="en-US" b="true" sz="33299" spc="3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AB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32187" y="10517869"/>
            <a:ext cx="13023726" cy="1137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  <a:spcBef>
                <a:spcPct val="0"/>
              </a:spcBef>
            </a:pPr>
            <a:r>
              <a:rPr lang="en-US" b="true" sz="6600" spc="323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INFERENCE &amp; RETRIEVAL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DAHCg9cesFk</dc:identifier>
  <dcterms:modified xsi:type="dcterms:W3CDTF">2011-08-01T06:04:30Z</dcterms:modified>
  <cp:revision>1</cp:revision>
  <dc:title>IR LAB</dc:title>
</cp:coreProperties>
</file>